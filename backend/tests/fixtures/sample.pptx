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 content for testing the PPTX parser. It has enough text to produce at least one chunk.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